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6f5c1a12448be" /><Relationship Type="http://schemas.openxmlformats.org/officeDocument/2006/relationships/extended-properties" Target="/docProps/app.xml" Id="R5368bd48b3df43cf" /><Relationship Type="http://schemas.openxmlformats.org/officeDocument/2006/relationships/officeDocument" Target="/ppt/presentation.xml" Id="R7cdd7871834745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d48e7a6ff423e"/>
  </p:sldMasterIdLst>
  <p:notesMasterIdLst>
    <p:notesMasterId xmlns:r="http://schemas.openxmlformats.org/officeDocument/2006/relationships" r:id="R510438bcbc544ca1"/>
  </p:notesMasterIdLst>
  <p:sldIdLst>
    <p:sldId xmlns:r="http://schemas.openxmlformats.org/officeDocument/2006/relationships" id="256" r:id="R5f0d21345a3c4dc7"/>
    <p:sldId xmlns:r="http://schemas.openxmlformats.org/officeDocument/2006/relationships" id="257" r:id="R91fa73f1edc9446a"/>
    <p:sldId xmlns:r="http://schemas.openxmlformats.org/officeDocument/2006/relationships" id="258" r:id="R4eee95c13d1f4637"/>
    <p:sldId xmlns:r="http://schemas.openxmlformats.org/officeDocument/2006/relationships" id="259" r:id="R563149c3541f4a1e"/>
    <p:sldId xmlns:r="http://schemas.openxmlformats.org/officeDocument/2006/relationships" id="260" r:id="Rf654f74afa0d40d3"/>
    <p:sldId xmlns:r="http://schemas.openxmlformats.org/officeDocument/2006/relationships" id="261" r:id="R742c7d21f6314d80"/>
    <p:sldId xmlns:r="http://schemas.openxmlformats.org/officeDocument/2006/relationships" id="262" r:id="R5ad6c50de7144661"/>
    <p:sldId xmlns:r="http://schemas.openxmlformats.org/officeDocument/2006/relationships" id="263" r:id="Rd4d46b01bf43403d"/>
    <p:sldId xmlns:r="http://schemas.openxmlformats.org/officeDocument/2006/relationships" id="264" r:id="Ra54bb215d331446d"/>
    <p:sldId xmlns:r="http://schemas.openxmlformats.org/officeDocument/2006/relationships" id="265" r:id="R6aeb3915d5454f58"/>
    <p:sldId xmlns:r="http://schemas.openxmlformats.org/officeDocument/2006/relationships" id="266" r:id="R7cb8dbb9c99648e1"/>
    <p:sldId xmlns:r="http://schemas.openxmlformats.org/officeDocument/2006/relationships" id="267" r:id="R95ca1130006a4fa2"/>
    <p:sldId xmlns:r="http://schemas.openxmlformats.org/officeDocument/2006/relationships" id="268" r:id="R0d6111991244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dbf426f01462d" /><Relationship Type="http://schemas.openxmlformats.org/officeDocument/2006/relationships/slideMaster" Target="/ppt/slideMasters/slideMaster1.xml" Id="Rb21d48e7a6ff423e" /><Relationship Type="http://schemas.openxmlformats.org/officeDocument/2006/relationships/notesMaster" Target="/ppt/notesMasters/notesMaster1.xml" Id="R510438bcbc544ca1" /><Relationship Type="http://schemas.openxmlformats.org/officeDocument/2006/relationships/presProps" Target="/ppt/presProps.xml" Id="Rc6486a0b778a4f14" /><Relationship Type="http://schemas.openxmlformats.org/officeDocument/2006/relationships/tableStyles" Target="/ppt/tableStyles.xml" Id="R0b820119bc364fbd" /><Relationship Type="http://schemas.openxmlformats.org/officeDocument/2006/relationships/slide" Target="/ppt/slides/slide1.xml" Id="R5f0d21345a3c4dc7" /><Relationship Type="http://schemas.openxmlformats.org/officeDocument/2006/relationships/slide" Target="/ppt/slides/slide2.xml" Id="R91fa73f1edc9446a" /><Relationship Type="http://schemas.openxmlformats.org/officeDocument/2006/relationships/slide" Target="/ppt/slides/slide3.xml" Id="R4eee95c13d1f4637" /><Relationship Type="http://schemas.openxmlformats.org/officeDocument/2006/relationships/slide" Target="/ppt/slides/slide4.xml" Id="R563149c3541f4a1e" /><Relationship Type="http://schemas.openxmlformats.org/officeDocument/2006/relationships/slide" Target="/ppt/slides/slide5.xml" Id="Rf654f74afa0d40d3" /><Relationship Type="http://schemas.openxmlformats.org/officeDocument/2006/relationships/slide" Target="/ppt/slides/slide6.xml" Id="R742c7d21f6314d80" /><Relationship Type="http://schemas.openxmlformats.org/officeDocument/2006/relationships/slide" Target="/ppt/slides/slide7.xml" Id="R5ad6c50de7144661" /><Relationship Type="http://schemas.openxmlformats.org/officeDocument/2006/relationships/slide" Target="/ppt/slides/slide8.xml" Id="Rd4d46b01bf43403d" /><Relationship Type="http://schemas.openxmlformats.org/officeDocument/2006/relationships/slide" Target="/ppt/slides/slide9.xml" Id="Ra54bb215d331446d" /><Relationship Type="http://schemas.openxmlformats.org/officeDocument/2006/relationships/slide" Target="/ppt/slides/slide10.xml" Id="R6aeb3915d5454f58" /><Relationship Type="http://schemas.openxmlformats.org/officeDocument/2006/relationships/slide" Target="/ppt/slides/slide11.xml" Id="R7cb8dbb9c99648e1" /><Relationship Type="http://schemas.openxmlformats.org/officeDocument/2006/relationships/slide" Target="/ppt/slides/slide12.xml" Id="R95ca1130006a4fa2" /><Relationship Type="http://schemas.openxmlformats.org/officeDocument/2006/relationships/slide" Target="/ppt/slides/slide13.xml" Id="R0d6111991244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8bfdc08cc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bdb75a4fb847d3" /><Relationship Type="http://schemas.openxmlformats.org/officeDocument/2006/relationships/notesMaster" Target="/ppt/notesMasters/notesMaster1.xml" Id="R52a5b3111e75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74948257714109" /><Relationship Type="http://schemas.openxmlformats.org/officeDocument/2006/relationships/notesMaster" Target="/ppt/notesMasters/notesMaster1.xml" Id="R1d5f444f07c545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35a3e21cfc425d" /><Relationship Type="http://schemas.openxmlformats.org/officeDocument/2006/relationships/notesMaster" Target="/ppt/notesMasters/notesMaster1.xml" Id="Rd547a17fc55d4f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128ce4e83c4021" /><Relationship Type="http://schemas.openxmlformats.org/officeDocument/2006/relationships/notesMaster" Target="/ppt/notesMasters/notesMaster1.xml" Id="R459870f7bc3c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35a32946e4e24" /><Relationship Type="http://schemas.openxmlformats.org/officeDocument/2006/relationships/notesMaster" Target="/ppt/notesMasters/notesMaster1.xml" Id="R0cd4db34e301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2cb64496f8491d" /><Relationship Type="http://schemas.openxmlformats.org/officeDocument/2006/relationships/notesMaster" Target="/ppt/notesMasters/notesMaster1.xml" Id="R1d7407046db34e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40f4c7c0fd4179" /><Relationship Type="http://schemas.openxmlformats.org/officeDocument/2006/relationships/notesMaster" Target="/ppt/notesMasters/notesMaster1.xml" Id="R007ab8bfd619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7c935cc4564ef8" /><Relationship Type="http://schemas.openxmlformats.org/officeDocument/2006/relationships/notesMaster" Target="/ppt/notesMasters/notesMaster1.xml" Id="Rc8c0a0eb88d546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4cbb5fe8c8490c" /><Relationship Type="http://schemas.openxmlformats.org/officeDocument/2006/relationships/notesMaster" Target="/ppt/notesMasters/notesMaster1.xml" Id="Re52e5cee5851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607df8f8124f00" /><Relationship Type="http://schemas.openxmlformats.org/officeDocument/2006/relationships/notesMaster" Target="/ppt/notesMasters/notesMaster1.xml" Id="R0fe0745e4adf45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07e487725c46df" /><Relationship Type="http://schemas.openxmlformats.org/officeDocument/2006/relationships/notesMaster" Target="/ppt/notesMasters/notesMaster1.xml" Id="Rd237d696988248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ff5b9f9f5c46df" /><Relationship Type="http://schemas.openxmlformats.org/officeDocument/2006/relationships/notesMaster" Target="/ppt/notesMasters/notesMaster1.xml" Id="Rb35c90b1946d4c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6395a5c73d4064" /><Relationship Type="http://schemas.openxmlformats.org/officeDocument/2006/relationships/notesMaster" Target="/ppt/notesMasters/notesMaster1.xml" Id="Rf886c156ed4846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十二组现有六名成员。前五位各讲原有业务模块，庄云月负责系统测试。原业务部分保留，新增两页说明测试设计和本次实际复核。执行负责人庄云月，现场由Codex辅助运行与复核，结果为14组13通过、1个连接异常，不宣称全部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前端，主要实现页面切换、商品展示和表单API对接。render根据hash决定显示哪个页面。attachForm阻止表单默认跳转，读取字段后调用api。提交时禁用按钮用于减少重复点击；服务器仍需独立检查重复提交。api处理状态码和错误信息，浏览器自动携带同源Cookie。老师问为什么不用多个HTML：本项目页面较少，hash切换即可复用导航与主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例如先打开商品页又马上切到后台，商品请求可能后返回。renderVersion让它不能覆盖当前页。esc使描述或姓名中的标签按普通文本显示。readImage读取为Data URL，askConfirm使用页面内dialog，取消不会发交易请求。老师问按钮被禁用是否足够：不够，用户可以绕开前端，后端必须验证身份、状态与事务。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代码依据：https://github.com/LittleChenLiya/online-shopping-mvp/tree/main/01_%E5%89%8D%E7%AB%AF%E7%95%8C%E9%9D%A2%2Fapp.js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买家端两个API。当前商品查询条件是active或frozen，不查询sold。唯一商品约束保证正常情况下最多一条。public_product由基础设施模块提供，白名单筛选公开字段。老师问冻结为何还展示：冻结只是暂时停止交易，失败后可能恢复；成交后才从公开查询中消失。商品查询无需买家登录，符合无注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姓名1到40字，电话原输入6到30字符并做格式校验，备注最多300字。电话号码先去空格、括号和横线，避免格式差异重复提交。写事务先锁定写入，再检查在售状态和插入，避免检查后商品突然被冻结。唯一约束在数据库层兜底。老师问电话格式校验能否证明号码真实：不能，本项目没有短信验证。冻结后旧页面继续提交也会被后端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代码依据：https://github.com/LittleChenLiya/online-shopping-mvp/tree/main/02_%E5%95%86%E5%93%81%E6%B5%8F%E8%A7%88%E4%B8%8E%E8%B4%AD%E4%B9%B0%E6%84%8F%E5%90%91%2Fbuyer.py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商品发布、信息校验和历史查询，也是组长。publish_product先验证卖家和输入，在写事务中检查active或frozen记录。数据库由成员5定义只针对未售状态的常量唯一索引，再为业务层提供兜底。老师问为什么冻结也占名额：因为还没有成交，失败仍需恢复。老师问两个请求并发怎么办：BEGIN IMMEDIATE把检查与插入串行化，唯一索引阻止第二条未售记录。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代码依据：https://github.com/LittleChenLiya/online-shopping-mvp/tree/main/03_%E5%95%86%E5%93%81%E5%8F%91%E5%B8%83%E4%B8%8E%E5%8E%86%E5%8F%B2%2Fproducts.py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价格不用二进制浮点，避免金额误差；格式最多两位小数且必须大于零。图片在小规模项目中以Data URL保存，后端再次检查，不能只相信前端accept限制。文件头校验只拒绝明显类型不匹配，不声称完整安全扫描。历史接口返回在售、冻结和已售商品；售出是改状态和时间，不删除记录。T04/T05已有成果页记录，现场演示仍应使用实际运行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代码依据：https://github.com/LittleChenLiya/online-shopping-mvp/tree/main/03_%E5%95%86%E5%93%81%E5%8F%91%E5%B8%83%E4%B8%8E%E5%8E%86%E5%8F%B2%2Fproducts.py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卖家交易流程。查询先验证卖家，JOIN为意向和事件补商品名称、买家姓名。冻结时同时检查意向id和product_id，防止错选别的商品买家。selected_intent_id记住这次交易对象；后续成交或失败使用数据库里保存的编号，不相信前端另传买家。冻结后新意向由成员2接口拒绝。老师问提交意向是否自动冻结：不会，卖家确认对象后才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下交钱交货后卖家确认结果。成功记录sold_at并允许下一件发布；失败保留商品和买家意向，方便继续联系。所有状态与事件写入在一个事务内，一步异常全部回滚。老师问如何知道线下付款真实完成：由卖家确认，系统不接在线支付。重复成交发现状态已经sold会拒绝。T07到T09实际结果应按成员真实执行补入，源码逻辑不冒充测试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代码依据：https://github.com/LittleChenLiya/online-shopping-mvp/tree/main/04_%E4%BA%A4%E6%98%93%E4%B8%8E%E5%86%BB%E7%BB%93%E7%AE%A1%E7%90%86%2Ftrades.py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账号与基础设施。seller表只有固定卖家，没有注册接口。PBKDF2为260000轮，盐随机生成，避免明文密码和相同密码相同哈希。随机会话令牌的原值在Cookie中，数据库只存SHA-256哈希和过期时间。Cookie设HttpOnly与SameSite=Strict。修改密码在事务中复核会话并清空所有登录，不只是当前浏览器退出。默认是本机HTTP演示配置，不直接声称满足公网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库包含seller、sessions、products、intents和trade_events。一个商品关联多个意向，冻结时保存所选意向。server合并四个业务模块路由，限制JSON体大小、检查POST安全标识和Origin，只提供允许的静态路径。数据库唯一索引与写事务保证并发一致性。六组测试有现有成果页记录，但公开main缺根start.py，不能沿用旧Wiki里“根入口已经上传”的说法；完整服务启动和页面回归需以实际代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代码依据：https://github.com/LittleChenLiya/online-shopping-mvp/tree/main/05_%E5%8D%96%E5%AE%B6%E8%B4%A6%E5%8F%B7%E4%B8%8E%E7%B3%BB%E7%BB%9F%E9%9B%86%E6%88%90</a:t>
            </a:r>
          </a:p>
          <a:p xmlns:a="http://schemas.openxmlformats.org/drawingml/2006/main">
            <a:r>
              <a:t>分工依据：小组Wiki Home和各成员成果页，2026-10-14核对。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负责第六模块系统测试。原6组来自第五模块，自己任务包增加8组验收，不重复计算或冒充原作者。重点举A02与A03：并发顺序不固定，但只能一个成功，必须同时验证商品、意向、所选买家和交易事件的一致性。A04对比无效操作前后整个交易数据，A05和A07检查非法输入边界，A06检查公开文件路径，A08验证SQL样式文本按普通数据保存。脚本、用例、日志和问题模板都在06文件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依据：06_系统测试/results/test-results.json、复核记录.md与问题记录-T001.md。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执行负责人庄云月，现场由Codex辅助操作与复核。2026年10月15日10:26的最新整套结果是13通过、1错误。原有请求防护测试发送text/plain时，在客户端读取响应状态行阶段发生WinError10053，预期415没有正常读到。这个问题间歇出现，历史一次全通过不等于已修复，本次不声称全部通过。复核补强了A03事件动作与历史状态断言，记录13个源文件指纹，正式数据库前后哈希一致。没有修改01～05业务代码。浏览器交互、录屏和大规模压力测试不在本次结果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依据：06_系统测试/results/test-results.json、复核记录.md与问题记录-T001.md。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b5e6e49314b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a2fa25ef742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f08ecbcb04f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6d8c3d52d47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7bd4bf41f4b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0006ddb2e41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B83F81-06CC-454C-BBED-65E35B244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6BE0C0-9A0D-40ED-8516-9268716A7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745DE3-A88F-48DD-B07E-F5E9D3C2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BF2E97-D858-4BEA-8B57-23C9402CE2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1C5ADA-9802-45BD-849A-BEDCDB38D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88A787-FD15-463D-8727-49781C8AD0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38D746-7576-4BF9-BDB8-D77B700A66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9568B1-95B9-4D3F-BA90-616CF216ED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4E8DC-5AEB-4B3B-8024-3DC1DDD53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69BE7B-7541-4758-93D6-9A8829367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02e6433bf54713" /><Relationship Type="http://schemas.openxmlformats.org/officeDocument/2006/relationships/slideLayout" Target="/ppt/slideLayouts/slideLayout1.xml" Id="Rba6c7b4527874034" /><Relationship Type="http://schemas.openxmlformats.org/officeDocument/2006/relationships/slideLayout" Target="/ppt/slideLayouts/slideLayout2.xml" Id="Rdc973daa33914dd4" /><Relationship Type="http://schemas.openxmlformats.org/officeDocument/2006/relationships/slideLayout" Target="/ppt/slideLayouts/slideLayout3.xml" Id="R67e77fd194fa417d" /><Relationship Type="http://schemas.openxmlformats.org/officeDocument/2006/relationships/slideLayout" Target="/ppt/slideLayouts/slideLayout4.xml" Id="Rb005312867a845db" /><Relationship Type="http://schemas.openxmlformats.org/officeDocument/2006/relationships/slideLayout" Target="/ppt/slideLayouts/slideLayout5.xml" Id="Rb08089e699e546d1" /><Relationship Type="http://schemas.openxmlformats.org/officeDocument/2006/relationships/slideLayout" Target="/ppt/slideLayouts/slideLayout6.xml" Id="R2ac157895bbc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c7b4527874034"/>
    <p:sldLayoutId xmlns:r="http://schemas.openxmlformats.org/officeDocument/2006/relationships" id="2147483650" r:id="Rdc973daa33914dd4"/>
    <p:sldLayoutId xmlns:r="http://schemas.openxmlformats.org/officeDocument/2006/relationships" id="2147483651" r:id="R67e77fd194fa417d"/>
    <p:sldLayoutId xmlns:r="http://schemas.openxmlformats.org/officeDocument/2006/relationships" id="2147483652" r:id="Rb005312867a845db"/>
    <p:sldLayoutId xmlns:r="http://schemas.openxmlformats.org/officeDocument/2006/relationships" id="2147483653" r:id="Rb08089e699e546d1"/>
    <p:sldLayoutId xmlns:r="http://schemas.openxmlformats.org/officeDocument/2006/relationships" id="2147483654" r:id="R2ac157895bbc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9242381c54d09" /><Relationship Type="http://schemas.openxmlformats.org/officeDocument/2006/relationships/notesSlide" Target="/ppt/notesSlides/notesSlide1.xml" Id="Rb3dccb7593a4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73cc0c48041de" /><Relationship Type="http://schemas.openxmlformats.org/officeDocument/2006/relationships/notesSlide" Target="/ppt/notesSlides/notesSlide2.xml" Id="R809667f639da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5e3e869394256" /><Relationship Type="http://schemas.openxmlformats.org/officeDocument/2006/relationships/notesSlide" Target="/ppt/notesSlides/notesSlide3.xml" Id="R1d8e227e9bc44e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a9ba347664fdb" /><Relationship Type="http://schemas.openxmlformats.org/officeDocument/2006/relationships/notesSlide" Target="/ppt/notesSlides/notesSlide4.xml" Id="Rfa917c1b804f40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df99839794b7b" /><Relationship Type="http://schemas.openxmlformats.org/officeDocument/2006/relationships/notesSlide" Target="/ppt/notesSlides/notesSlide5.xml" Id="R94e5c9753ca143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36f5c4b234289" /><Relationship Type="http://schemas.openxmlformats.org/officeDocument/2006/relationships/notesSlide" Target="/ppt/notesSlides/notesSlide6.xml" Id="Raec79b70aa0c44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526fe4ea8457a" /><Relationship Type="http://schemas.openxmlformats.org/officeDocument/2006/relationships/notesSlide" Target="/ppt/notesSlides/notesSlide7.xml" Id="Rc7e3698f3df74c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f2854eb894969" /><Relationship Type="http://schemas.openxmlformats.org/officeDocument/2006/relationships/notesSlide" Target="/ppt/notesSlides/notesSlide8.xml" Id="R204904ee7a9341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41ebd3294665" /><Relationship Type="http://schemas.openxmlformats.org/officeDocument/2006/relationships/notesSlide" Target="/ppt/notesSlides/notesSlide9.xml" Id="R73f057bacd6546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080ece8b64658" /><Relationship Type="http://schemas.openxmlformats.org/officeDocument/2006/relationships/notesSlide" Target="/ppt/notesSlides/notesSlide10.xml" Id="R233f74c6d29a45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1a15a6f35403c" /><Relationship Type="http://schemas.openxmlformats.org/officeDocument/2006/relationships/notesSlide" Target="/ppt/notesSlides/notesSlide11.xml" Id="R1a994c2014ac48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6abbd482d4fdd" /><Relationship Type="http://schemas.openxmlformats.org/officeDocument/2006/relationships/notesSlide" Target="/ppt/notesSlides/notesSlide12.xml" Id="R2c100463264e4b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26c2187b843a5" /><Relationship Type="http://schemas.openxmlformats.org/officeDocument/2006/relationships/notesSlide" Target="/ppt/notesSlides/notesSlide13.xml" Id="R1557754e61d84c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A764-5F5C-4950-9B11-12ABEF6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在线购物系统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118C2-51ED-4214-A281-CBB3F0E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第十二组个人工作汇报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13FD7-E355-41DC-911A-D7B2D57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谢相逸  余昕越  王暾  黄扬轩  曾大君  庄云月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FFEDE-81E0-42B7-BF19-E5ECF31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每人讲解自己的模块、重要函数与业务边界</a:t>
            </a:r>
          </a:p>
        </p:txBody>
      </p:sp>
    </p:spTree>
    <p:extLst>
      <p:ext uri="{BB962C8B-B14F-4D97-AF65-F5344CB8AC3E}">
        <p14:creationId xmlns:p14="http://schemas.microsoft.com/office/powerpoint/2010/main" val="1895087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DCCB-F4FD-446A-9DC4-92A14C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4E610-625D-4FF2-9CE6-0E9040F2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页面组织与表单提交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450D0-B36F-4AFD-A1D7-4FB9F1C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页面切换  render()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C5C-3F48-495B-BD98-220A689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根据 #shop、#buy 等 hash 选择页面；后台页面先检查登录。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5F8A7-8AF8-4155-BC62-E81CCDEC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商品与意向页面  shop() / buy()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E9F4-FC34-48BD-B5C1-B8F433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读取商品并展示价格和状态；在售时显示购买意向表单。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1CCD-BB7E-44B4-8920-16BE178A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统一提交  attachForm() / api()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924A-18E0-4058-AD8E-AFF5AC2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读取表单、禁用提交按钮；发送 JSON 并统一提示后端错误。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26F3C-B33A-4CCC-BA16-DD9630A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2DBC-5F79-4D57-9581-F3AB49C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点击“我想购买”，填写姓名和电话，提交后显示意向编号。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ECCE-3466-4F8C-95BE-D88C2BF7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682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2D23F-1ED9-455B-8F73-F0BFB266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谢相逸   前端页面与 API 对接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7DF99-92D4-42C4-B31E-EB7DDA70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异步请求与输入显示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FD802-91B0-4A24-BA86-62B17D0A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避免旧响应覆盖  renderVersion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AD762-79ED-435A-8042-E141A81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每次切页递增版本；旧请求返回时先比较版本，再渲染。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08EC9-0908-4A64-9960-4879D42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显示用户文本  esc()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E555D-D894-439C-AF90-A7D83E8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把 &lt;、&gt;、引号等转义，避免姓名、描述被解释为 HTML。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FB530-EA3D-40D1-A24E-13255E2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图片与确认  readImage() / askConfirm()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ECD1D-ABBE-47AD-95B8-3F4FC8F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预览前检查图片类型和大小；交易操作确认后才调用 API。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FC31E-7149-4463-9863-A65132CF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边界与分工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D3B09-1EBD-4712-A626-E7BE953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前端校验改善交互；权限、商品状态和金额规则由后端校验。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505D9-0FA2-4704-8D3E-552A2DF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1151078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E6A6D-19F9-4F83-A81C-DF580091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FEE17-6D2D-4822-8FC8-75ADDB4A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当前商品查询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CC204-8AF5-4A83-8C1A-1AF6F363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公开查询  get_current_product()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7DF4-DB67-4934-A138-B34D48B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GET /api/product 查询 active 或 frozen 商品；没有时返回 null。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FBF8-C75E-40DE-8834-1689B05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公开字段  public_product()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29F40-54A4-46E1-94BF-7C1E751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只返回名称、描述、图片、价格等字段；不暴露买家信息。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0605D-8281-438B-A53A-7170D10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04125-F69C-42AB-927E-98CF07C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冻结商品仍可查看，但提交意向接口只接受 active 商品。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49B51-26BD-4479-88EF-AAB4540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869D1-451F-4247-9100-1A4E4667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发布后能查到商品；成交下架后查询返回 product: null。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2954B-2506-491F-AB50-6043874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400081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DDB69-CB00-4964-9D5C-6102E3BF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余昕越   商品浏览与购买意向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9D0C4-AECE-49DE-BF95-3B56C5EB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意向提交与重复校验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D2A61-30E4-4716-ADE4-407D856B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字段校验  submit_intent()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D57AF-006E-44A4-AC1B-C946D2D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检查商品编号、姓名、电话与备注；移除电话中的空格和横线。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D387-820A-49AC-B43F-E02FCB7A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状态复核  connection(write=True)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71F2B-A9AD-4247-8B71-FCA36CFE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在写事务内重新查询商品，非 active 状态返回 409。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7190-749E-402B-B297-1BF2BA82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重复处理  UNIQUE(product_id, contact)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A713A-BCB4-4591-B5AE-7FFB3DF4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同商品相同规范化电话不能重复；捕获约束异常并提示。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4F530-834E-4BF9-82E3-4B7992F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保存结果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BE008-F775-4906-BBD5-DB40F4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写入 intents，返回 lastrowid；提交意向不等于付款或成交。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C6BF8-EA2E-4B8E-97DB-6C4ECFB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023166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2B160-E72D-415D-9F19-E9D539F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19083-8096-441B-84A6-9F9B88B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发布商品与唯一商品约束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D5752-8954-4ACE-A43C-719F124B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卖家权限  require_seller()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EA789-CCDA-4A3B-BEC7-C09604F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发布与历史查询都验证会话，游客不能直接调用后台接口。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4E74B-986F-416B-BCDD-D953AB5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发布流程  publish_product()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AA873-17EE-407D-A7CB-22BFB297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验证名称、描述、价格和图片，然后在事务内检查未售商品。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74D0-0092-4284-8F8A-502AE07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唯一商品  one_unsold_product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0426D-7A1F-467C-9F66-AF76B0CC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active 与 frozen 共用唯一名额；业务检查和数据库索引共同约束。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9908-B8D9-407B-A687-6793A6B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A5D6B-CC98-43C3-9F3C-36EEB20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在售或冻结时拒绝第二件；上一件成交变 sold 后才能再发布。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650E-7690-46FE-A526-86DB195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902622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1306-41E6-42CE-BAAF-A93DCF0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王暾   商品发布与历史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5FF35-BC70-413D-B6F2-61027E1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价格、图片与商品历史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8DC58-1BBB-4495-9689-EC98F739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金额处理  parse_price()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D418-0704-45EE-94CB-6F4362DB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用 Decimal 解析元并转整数分；19.90 元保存为 1990。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46B52-0069-40EA-B739-7B94BBD7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图片处理  validate_image()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93B23-CA1F-4288-9B5B-EF8E6DE3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校验 Base64、PNG/JPEG/WebP 文件头和 2 MB 限制。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AAA61-D120-4A43-B2FB-2867443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历史查询  list_products()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F85D5-1FB2-4CEE-B719-D4BF81C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按 id 倒序返回全部商品，已售记录保留 sold_at。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6A70-008C-4B0A-A186-772BB91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边界示例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604A2-1D2C-4763-92B7-084405A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零价格、三位小数、无效图片被拒绝；图片头校验不是完整解码。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12B99-3AB1-4722-A2B8-93B3A999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1655885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123B3-8805-4DC3-BB12-4AACB3F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DEB52-0216-49C3-96BD-8979B95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意向查询与商品冻结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7DEA2-3B54-4EE7-8AC2-FB3CD684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交易工作台  list_trades()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107CE-8CB3-4423-B643-C4DCF1D6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JOIN 商品与意向，返回当前商品、买家信息和交易过程。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D3617-6621-4F5C-822D-173A2903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冻结操作  update_trade(action="freeze")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7ACA6-F490-4267-B495-2A828AB5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只允许 active 商品，所选意向必须属于本商品且为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8084-D284-461B-BB08-74347FC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关联交易对象  selected_intent_id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6F3E7-52BF-40E2-81E8-981ECDE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商品改 frozen，记录买家编号；所选意向改 selected。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B4FD4-6CA3-40F7-A94D-E368D37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操作示例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183B-2CF5-4034-AEBF-DDC9ACFC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选中买家A后冻结；再次冻结、选择其他商品意向均返回冲突。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A780E-4B01-4803-972E-C709E36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532312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B61E9-9D6A-4AF5-AAEE-2BE4BAC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黄扬轩   交易与冻结管理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1C5D0-31D2-4C41-A105-65F63A31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成交、恢复与事务一致性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B07-6FB4-4771-81F1-9F7321A7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交易成功  action="success"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EA93-0925-4952-B8B3-EE45091B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必须已冻结；商品改 sold，选中意向 completed，其他意向 closed。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CAEAB-996D-41A8-A60D-82C5F130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交易失败  action="failure"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5C0F8-5344-46F5-B8CC-D8F6C8F6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商品恢复 active，清空所选编号，原意向恢复 pending。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3ED1B-DCC8-4B35-9F15-C63CC2C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过程记录  trade_events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64209-38C8-41FA-85AE-CD55ACE0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每次冻结、成功或失败都记录；与状态更新在同一事务内提交。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AC0C6-82B3-46EC-AC22-463736C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异常边界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26A42-BD89-4E61-A6C7-52A6AE75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直接成交或重复成交被拒绝；中途出错整体回滚，避免部分成功。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26EBE-AE5D-4A87-A107-A0E1FE2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1481197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C4F15-617A-4681-86DF-989991C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3C1E2-C03D-4324-84BD-52380F4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登录会话与修改密码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2BBC-5B8B-487B-89C4-0D8C8F3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密码保存  hash_password() / verify_password()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BC9B9-D163-462A-9055-D5E8B85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随机盐加 PBKDF2；验证时重新计算，再进行恒定时间比较。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411E9-C0F8-4AC4-934A-EA2A6745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登录会话  login() / logged_in()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3B171-D359-4ED6-911C-D54A7B1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随机令牌写 Cookie，数据库存令牌哈希；会话有效期 8 小时。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B82BD-86B1-45FE-9BB7-8826351D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权限检查  require_seller()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7573B-BF54-4A33-828F-A0D0FD8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所有后台业务调用前验证会话，未登录返回 401。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EED9F-0B9B-45ED-B7BC-50C2DEC7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修改密码  change_password()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4B21C-5B76-44CC-A5D9-A67EA94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核对旧密码后更新哈希并清空全部会话，要求重新登录。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1E5B8-9FAD-4216-9D62-E91AB70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4495209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CA072-23E9-4A14-91F2-A64DA99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曾大君   卖家账号与系统集成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9868-5353-4135-BF87-20B96F6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数据库事务与统一服务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261-FAA5-4816-ACF6-1CCBEBBB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共享连接  connection(write=True)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8CC7-723C-4ACA-AF77-701CFCF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启用外键与 BEGIN IMMEDIATE；正常提交，异常回滚并关闭连接。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B1832-3A78-4767-B22B-1258CC0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初始化  initialize()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51874-E990-46CF-8FB5-4A439ED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建表、索引与固定卖家；已存在的数据与密码不被覆盖。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DA55E-0D71-44CD-A481-66A20AB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统一入口  Handler.dispatch() / respond()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07D27-F0A5-49CF-A702-AB1C8DD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合并各模块 ROUTES，处理 JSON、参数、错误与静态文件。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27298-2736-4496-AF66-9890D1B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验证职责  test_system.py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DABB0-3ADD-443E-8D73-D6EEA66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提供状态、权限、并发与持久化测试；完整联调需保留实际证据。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77AA0-2817-4867-834D-47ABC5A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228346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79197-0231-47A8-8AB9-36B0EEE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庄云月   系统测试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78776-D16B-4D1F-8465-90984FC5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系统测试设计与重点场景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FAF7A-4854-4061-ABE9-24ADA6F5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测试范围  6组回归 + 8组新增验收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0BF93-FB06-4920-A975-E7CCE8B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复用第五模块原有测试；新增并发、异常输入与数据一致性检查。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FCD64-C2D7-43F5-802A-E69AF5C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并发竞争  A01 / A02 / A03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BF4F3-747B-4550-8F9B-7EC3E80D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相同意向、两位买家冻结、成功与失败竞争，都要求仅一个生效。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6F3EA-8632-4452-BC63-4C582F4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失败不写入与输入边界  A04 / A05 / A07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F524E-C879-4CAD-9B4C-452963AC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无效冻结不改变状态；非法 JSON、超长字段与大图片被拒绝。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9D4BD-FD2C-41EC-9E4A-AE444D42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文件与数据保护  A06 / A08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618C6-9FE6-40B8-AA1A-ECE7A15C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静态文件可达，私有路径不可读；带引号的输入按数据保存。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E93B6-D269-4D05-BCFD-4752F456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710825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FE2E5-DB8D-40F2-AB4C-3D816A5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B60"/>
                </a:solidFill>
                <a:latin typeface="Microsoft YaHei"/>
                <a:ea typeface="Microsoft YaHei"/>
                <a:cs typeface="Microsoft YaHei"/>
              </a:rPr>
              <a:t>庄云月   系统测试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E7229-DF69-4172-9713-02B00B1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实际结果与复核结论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19EFB-EE38-4D4D-8DCB-BB02920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最新现场执行 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BA483-D5A8-4BCC-AA6C-FC76F2C8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共14组：13组通过，1组连接异常；新增8组全部通过。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F9FD9-761C-45A8-9C60-ECF632A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问题 T-001  test_request_guards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B2DB3-768F-4C5C-98EC-6A23A4EA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非法 Content-Type 请求预期返回415，实际出现 Windows 10053。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F289E-CE84-4EF8-B9F4-9E3A53F8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隔离与复核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6D369-301E-40A4-BED3-3F2A26C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独立临时数据库、随机端口；正式数据库前后 SHA-256 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A0915-3C7A-4E4E-AF29-301DAE19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证据与边界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50A16-D5A2-481E-A7AB-912C4626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3E34"/>
                </a:solidFill>
                <a:latin typeface="Microsoft YaHei"/>
                <a:ea typeface="Microsoft YaHei"/>
                <a:cs typeface="Microsoft YaHei"/>
              </a:rPr>
              <a:t>保留失败日志、源文件指纹和复核记录；浏览器手工检查与录屏待补。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1D7E4-CEBC-4CE7-A322-86F03B41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0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970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753828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2026-10-15T02:33:28.1110000Z</dcterms:created>
  <dcterms:modified xsi:type="dcterms:W3CDTF">2026-10-15T02:33:28.1110000Z</dcterms:modified>
</coreProperties>
</file>