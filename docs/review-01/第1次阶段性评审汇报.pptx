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9eff3a0b549d2" /><Relationship Type="http://schemas.openxmlformats.org/officeDocument/2006/relationships/extended-properties" Target="/docProps/app.xml" Id="R660cb36bb9b04171" /><Relationship Type="http://schemas.openxmlformats.org/officeDocument/2006/relationships/officeDocument" Target="/ppt/presentation.xml" Id="R70f6b16eada047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91594d6fd48e8"/>
  </p:sldMasterIdLst>
  <p:notesMasterIdLst>
    <p:notesMasterId xmlns:r="http://schemas.openxmlformats.org/officeDocument/2006/relationships" r:id="R951d315f82f8431c"/>
  </p:notesMasterIdLst>
  <p:sldIdLst>
    <p:sldId xmlns:r="http://schemas.openxmlformats.org/officeDocument/2006/relationships" id="256" r:id="R23e56d694ea4450f"/>
    <p:sldId xmlns:r="http://schemas.openxmlformats.org/officeDocument/2006/relationships" id="257" r:id="R21f559d23e0d4910"/>
    <p:sldId xmlns:r="http://schemas.openxmlformats.org/officeDocument/2006/relationships" id="258" r:id="Rbd32b2a5675e46a5"/>
    <p:sldId xmlns:r="http://schemas.openxmlformats.org/officeDocument/2006/relationships" id="259" r:id="R4ea6400c91dc4da1"/>
    <p:sldId xmlns:r="http://schemas.openxmlformats.org/officeDocument/2006/relationships" id="260" r:id="R7e75fe6462d24fec"/>
    <p:sldId xmlns:r="http://schemas.openxmlformats.org/officeDocument/2006/relationships" id="261" r:id="R91e749aa59b248ca"/>
    <p:sldId xmlns:r="http://schemas.openxmlformats.org/officeDocument/2006/relationships" id="262" r:id="R8e34f35e41df425b"/>
    <p:sldId xmlns:r="http://schemas.openxmlformats.org/officeDocument/2006/relationships" id="263" r:id="R055d54b59b954091"/>
    <p:sldId xmlns:r="http://schemas.openxmlformats.org/officeDocument/2006/relationships" id="264" r:id="Refce556c2da241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5d7543ab4b4cc1" /><Relationship Type="http://schemas.openxmlformats.org/officeDocument/2006/relationships/slideMaster" Target="/ppt/slideMasters/slideMaster1.xml" Id="R05591594d6fd48e8" /><Relationship Type="http://schemas.openxmlformats.org/officeDocument/2006/relationships/notesMaster" Target="/ppt/notesMasters/notesMaster1.xml" Id="R951d315f82f8431c" /><Relationship Type="http://schemas.openxmlformats.org/officeDocument/2006/relationships/presProps" Target="/ppt/presProps.xml" Id="R5d57f9aa419b4da1" /><Relationship Type="http://schemas.openxmlformats.org/officeDocument/2006/relationships/tableStyles" Target="/ppt/tableStyles.xml" Id="R5171eb58ba5e422b" /><Relationship Type="http://schemas.openxmlformats.org/officeDocument/2006/relationships/slide" Target="/ppt/slides/slide1.xml" Id="R23e56d694ea4450f" /><Relationship Type="http://schemas.openxmlformats.org/officeDocument/2006/relationships/slide" Target="/ppt/slides/slide2.xml" Id="R21f559d23e0d4910" /><Relationship Type="http://schemas.openxmlformats.org/officeDocument/2006/relationships/slide" Target="/ppt/slides/slide3.xml" Id="Rbd32b2a5675e46a5" /><Relationship Type="http://schemas.openxmlformats.org/officeDocument/2006/relationships/slide" Target="/ppt/slides/slide4.xml" Id="R4ea6400c91dc4da1" /><Relationship Type="http://schemas.openxmlformats.org/officeDocument/2006/relationships/slide" Target="/ppt/slides/slide5.xml" Id="R7e75fe6462d24fec" /><Relationship Type="http://schemas.openxmlformats.org/officeDocument/2006/relationships/slide" Target="/ppt/slides/slide6.xml" Id="R91e749aa59b248ca" /><Relationship Type="http://schemas.openxmlformats.org/officeDocument/2006/relationships/slide" Target="/ppt/slides/slide7.xml" Id="R8e34f35e41df425b" /><Relationship Type="http://schemas.openxmlformats.org/officeDocument/2006/relationships/slide" Target="/ppt/slides/slide8.xml" Id="R055d54b59b954091" /><Relationship Type="http://schemas.openxmlformats.org/officeDocument/2006/relationships/slide" Target="/ppt/slides/slide9.xml" Id="Refce556c2da241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4821f2380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a1fe8d045a42be" /><Relationship Type="http://schemas.openxmlformats.org/officeDocument/2006/relationships/notesMaster" Target="/ppt/notesMasters/notesMaster1.xml" Id="Rc24e8cf56f5149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87ee0ca3484a40" /><Relationship Type="http://schemas.openxmlformats.org/officeDocument/2006/relationships/notesMaster" Target="/ppt/notesMasters/notesMaster1.xml" Id="R85eb8dcf075a40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fcd77b76d34914" /><Relationship Type="http://schemas.openxmlformats.org/officeDocument/2006/relationships/notesMaster" Target="/ppt/notesMasters/notesMaster1.xml" Id="R21dd41a32a0748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13ffc1de904cd3" /><Relationship Type="http://schemas.openxmlformats.org/officeDocument/2006/relationships/notesMaster" Target="/ppt/notesMasters/notesMaster1.xml" Id="R2fcbdefeb6ab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dae9c175a54026" /><Relationship Type="http://schemas.openxmlformats.org/officeDocument/2006/relationships/notesMaster" Target="/ppt/notesMasters/notesMaster1.xml" Id="R5636923b5b8749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78291b1a342c9" /><Relationship Type="http://schemas.openxmlformats.org/officeDocument/2006/relationships/notesMaster" Target="/ppt/notesMasters/notesMaster1.xml" Id="R6af3ae80b47345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91c537e8184573" /><Relationship Type="http://schemas.openxmlformats.org/officeDocument/2006/relationships/notesMaster" Target="/ppt/notesMasters/notesMaster1.xml" Id="Rbedb9c5dcb06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487cc0f7e24b76" /><Relationship Type="http://schemas.openxmlformats.org/officeDocument/2006/relationships/notesMaster" Target="/ppt/notesMasters/notesMaster1.xml" Id="R874c0740c1c84f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e951c5d4ac4161" /><Relationship Type="http://schemas.openxmlformats.org/officeDocument/2006/relationships/notesMaster" Target="/ppt/notesMasters/notesMaster1.xml" Id="Rb7ee79bad3ce47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开场说明项目只做基线，买家不注册、线下付款交货。组号和组长姓名须在汇报前填写。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说明商品包括名称、描述、图片和价格。卖家后台还包含修改密码。功能范围对应需求规格说明书F01～F10。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强调提交意向本身不冻结。冻结商品仍占唯一名额，停止接收新意向；成交记录和历史保留。图文流程详见需求Wiki。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各模块共同构成系统，单个模块不必独立成为完整项目。已有四个GitHub账号，但尚不清楚真实姓名和具体模块对应，不代填。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展示GitHub四个文件和版本下载。公开模块覆盖率1/5=20%，仅上传覆盖率；总进度和权重由小组确认。没有宣称其余代码已公开或完整系统已验收。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结合app.js打开函数说明。前端禁用按钮不代替后端权限和状态检查；后端必须验证商品状态、会话及事务。AI辅助生成原型，成员需要本人理解、改进并验证。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现场执行node --check。语法通过不代表界面和业务全部正确。测试清单F01～F10逐项映射；旧本机后端测试不作为其他成员今晚版本的证据。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这是依据课程日期拟定的计划草案，实际迭代起止日期、整体计划是否认可和总进度留待小组确认。阶段目标不包含升级功能。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课程规定评审前一天24时前提交报告。PPT和Wiki仍有用户要求暂留空字段，不提前填教师意见。首次钉钉提交由组长发送，本轮未代发群消息。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课程评审要求：https://github.com/sebestp/coursewise/wiki/阶段性评审-(I)</a:t>
            </a:r>
          </a:p>
          <a:p xmlns:a="http://schemas.openxmlformats.org/drawingml/2006/main">
            <a:r>
              <a:t>课程日程：https://github.com/sebestp/coursewise/wiki/评审日程</a:t>
            </a:r>
          </a:p>
          <a:p xmlns:a="http://schemas.openxmlformats.org/drawingml/2006/main">
            <a:r>
              <a:t>源码公开状态：2026-10-07查询 main，仅01前端模块4个文件。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bcd2101524e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dc5371665a463c" /><Relationship Type="http://schemas.openxmlformats.org/officeDocument/2006/relationships/slideLayout" Target="/ppt/slideLayouts/slideLayout1.xml" Id="Rf51d91ebc1de49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d91ebc1de49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4d39646b54115" /><Relationship Type="http://schemas.openxmlformats.org/officeDocument/2006/relationships/notesSlide" Target="/ppt/notesSlides/notesSlide1.xml" Id="R5a9d60df01a1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2324c51744626" /><Relationship Type="http://schemas.openxmlformats.org/officeDocument/2006/relationships/notesSlide" Target="/ppt/notesSlides/notesSlide2.xml" Id="R6303a033e85c48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122880e954f80" /><Relationship Type="http://schemas.openxmlformats.org/officeDocument/2006/relationships/notesSlide" Target="/ppt/notesSlides/notesSlide3.xml" Id="R145fbd425ee2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b176c8b304855" /><Relationship Type="http://schemas.openxmlformats.org/officeDocument/2006/relationships/notesSlide" Target="/ppt/notesSlides/notesSlide4.xml" Id="R1ffe65866b6048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bf229319b4b25" /><Relationship Type="http://schemas.openxmlformats.org/officeDocument/2006/relationships/notesSlide" Target="/ppt/notesSlides/notesSlide5.xml" Id="R81d9946436b844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c6a1c18c4c54" /><Relationship Type="http://schemas.openxmlformats.org/officeDocument/2006/relationships/notesSlide" Target="/ppt/notesSlides/notesSlide6.xml" Id="Rd4ae00c2edfa40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b5edc30624645" /><Relationship Type="http://schemas.openxmlformats.org/officeDocument/2006/relationships/notesSlide" Target="/ppt/notesSlides/notesSlide7.xml" Id="Rd5bdb84172d6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558620e1c4a4e" /><Relationship Type="http://schemas.openxmlformats.org/officeDocument/2006/relationships/notesSlide" Target="/ppt/notesSlides/notesSlide8.xml" Id="R300f7d74397d4a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4f5f3445448ee" /><Relationship Type="http://schemas.openxmlformats.org/officeDocument/2006/relationships/notesSlide" Target="/ppt/notesSlides/notesSlide9.xml" Id="R646ec895673d4c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B5F4E-872F-49DA-BC9D-E8E32A2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CC83-7D4E-4878-B8A8-8CBBD82E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在线购物系统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A970-AD2B-47D8-A52A-897B8F17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第一次阶段性评审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735BC-42A9-4285-8675-B6AF37B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2026 年 10 月 8 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0F1C1-7C78-40B6-840B-6BB0F82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项目组号：____    组长：____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95D1B-1747-455C-A610-3F488B25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基线需求与前端成果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2972E-81CE-48D0-A70A-FCE9FC6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01 / 09</a:t>
            </a:r>
          </a:p>
        </p:txBody>
      </p:sp>
    </p:spTree>
    <p:extLst>
      <p:ext uri="{BB962C8B-B14F-4D97-AF65-F5344CB8AC3E}">
        <p14:creationId xmlns:p14="http://schemas.microsoft.com/office/powerpoint/2010/main" val="407040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8AB41-A509-4D41-9D70-A3BEBE6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7421C-FCC4-4683-8877-86567228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基线需求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D27A-58F7-4162-A58A-E3F2E58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买家与单一卖家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7F102-DB0A-4610-98A8-AE3ABD2C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买家查看商品，想购买时填写姓名和电话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3DA09-FF81-41A0-A125-D31AA02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卖家发布商品，查看历史和意向买家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8E97C-E672-4867-A39A-DA6B50B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交易前冻结，成功下架，失败恢复上线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CFAF2-019E-412D-80D3-C633862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同时只有一件未售商品，成交后再发布下一件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25FE0-A0E2-470B-A29C-93073FB4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不增加注册、购物车、在线支付或配送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90F94-6D81-42D7-8B7B-7A36FF8E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02 / 09</a:t>
            </a:r>
          </a:p>
        </p:txBody>
      </p:sp>
    </p:spTree>
    <p:extLst>
      <p:ext uri="{BB962C8B-B14F-4D97-AF65-F5344CB8AC3E}">
        <p14:creationId xmlns:p14="http://schemas.microsoft.com/office/powerpoint/2010/main" val="975409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E9621-3C2E-4839-8623-C89A603B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A180B-10F9-4F30-8BD9-9FCA0406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线下交易流程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62C9E-47EB-4A7E-A987-09B92D9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提交意向后由卖家选定交易对象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FF4D6-C305-4DB5-A295-60E48837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1   卖家发布唯一商品，买家浏览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93C7-F27C-419C-86B2-0A66ABC2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2   买家填写信息，提交购买意向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DDA7A-F823-40B2-BE5C-E3FD126C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3   卖家联系并选择买家，冻结商品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46309-5C30-423D-874B-990090C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4   在线下交钱交货，再确认交易结果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691DE-33D9-4688-A3F6-A37F13E2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5   成功下架；失败恢复上线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28859-E8A3-4B7C-BA93-D9781BBD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03 / 09</a:t>
            </a:r>
          </a:p>
        </p:txBody>
      </p:sp>
    </p:spTree>
    <p:extLst>
      <p:ext uri="{BB962C8B-B14F-4D97-AF65-F5344CB8AC3E}">
        <p14:creationId xmlns:p14="http://schemas.microsoft.com/office/powerpoint/2010/main" val="660239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7B0BE-5093-4A71-B8E5-C64E7E2C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4B842-6DF9-4DAD-8D02-3CF874BD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五人模块分工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7A516-E565-4C25-877B-8EF1F36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组长负责前端，四位组员今晚上传各自代码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E417C-1F83-4157-9687-30FD96C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01  前端界面                 组长，姓名 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80C4E-FF82-4B11-AEC0-A8A2978B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02  商品浏览与购买意向       姓名 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CC542-3AC1-4AD3-AA70-647C9F27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03  商品发布与历史           姓名 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7E7BA-4A5F-4D56-A328-769A7B8D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04  交易与冻结管理           姓名 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E47F6-036A-4A16-84F5-03FEF67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05  卖家账号与系统集成       姓名 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5A186-A9DB-41D3-87EC-C80A5B11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04 / 09</a:t>
            </a:r>
          </a:p>
        </p:txBody>
      </p:sp>
    </p:spTree>
    <p:extLst>
      <p:ext uri="{BB962C8B-B14F-4D97-AF65-F5344CB8AC3E}">
        <p14:creationId xmlns:p14="http://schemas.microsoft.com/office/powerpoint/2010/main" val="13265496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50D8A-861B-437E-82DF-8FEEFE4A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BD818-AEDC-4B71-BBFC-AB5ABB5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本次已公开成果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DFE94-28EC-416F-AF6D-752D4BC5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前端代码、说明和可下载版本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B2688-973F-4192-BE1B-DAF666C4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index.html  页面骨架与导航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A99CF-71B0-46A1-ABF3-FCCD679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style.css  样式和响应式布局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1C6E4-9B30-4E87-928B-9E001B8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app.js  页面切换、表单与 API 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A21F8-5EE1-49A9-BC4A-92DE639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README  关键函数、变量和答辩问答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6AFF8-0273-4574-A711-1049B63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v0.1.0-frontend  前端源码下载版本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F2C90-BE5F-4885-A268-E0AE86F8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05 / 09</a:t>
            </a:r>
          </a:p>
        </p:txBody>
      </p:sp>
    </p:spTree>
    <p:extLst>
      <p:ext uri="{BB962C8B-B14F-4D97-AF65-F5344CB8AC3E}">
        <p14:creationId xmlns:p14="http://schemas.microsoft.com/office/powerpoint/2010/main" val="358571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14F2A-AA4C-4742-A136-82E5A3D3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4BACD-9569-40F7-A62A-01352B1B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前端实现要点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58BE6-E78E-4B1A-9586-9F4AEA8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界面交互与业务校验的分工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AA3A4-C9F9-4D4B-AD0F-0959AC2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render  根据 hash 切换页面与检查登录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FDE1F-5EA6-47C0-8379-A079F352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api  统一 JSON 请求与错误提示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9874D-454D-40AD-913A-07C28BD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esc  将用户输入作为文本显示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5CC1D-0115-4E7B-B86F-0A5590C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renderVersion  避免旧响应覆盖新页面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782AB-5C66-4F55-8933-8948B4D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askConfirm  操作确认后再请求后端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BE03A-C158-4150-8ED5-D655BDD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06 / 09</a:t>
            </a:r>
          </a:p>
        </p:txBody>
      </p:sp>
    </p:spTree>
    <p:extLst>
      <p:ext uri="{BB962C8B-B14F-4D97-AF65-F5344CB8AC3E}">
        <p14:creationId xmlns:p14="http://schemas.microsoft.com/office/powerpoint/2010/main" val="1384642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8EDBE-B410-4643-BD5D-69646E7B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6E3A9-7AC5-476B-8AA2-15CE535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当前验证与接入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2ED0E-A16D-4F60-B50F-40738924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已有前端语法证据，完整系统待合并后验证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7CDC8-720C-4AA1-B2E9-1A8D7935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Node v24.14.1 语法检查通过，退出码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0C4A6-795F-407E-BC40-7075CF39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检查命令与日志已归档，支持现场执行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78C95-5B2B-4F6E-9BF0-17EC488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今晚核对 API 字段、路由、会话和启动入口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B7FE9-4D94-42B9-BE76-4008ABF4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合并后验证冻结、失败恢复、成交和密码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B929D-43A4-4250-834E-54567CE6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录制真实测试运行，补充可下载证据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92E23-7C2B-4764-AF71-DC2E835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07 / 09</a:t>
            </a:r>
          </a:p>
        </p:txBody>
      </p:sp>
    </p:spTree>
    <p:extLst>
      <p:ext uri="{BB962C8B-B14F-4D97-AF65-F5344CB8AC3E}">
        <p14:creationId xmlns:p14="http://schemas.microsoft.com/office/powerpoint/2010/main" val="599854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06873-034A-44F5-B28D-3E3EE162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32149-1B65-46B2-83FA-905BC31F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后续迭代计划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D99A4-9DFC-45D1-AB4E-C9D0E890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七次评审逐步完善基线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39E20-CF81-4DA5-BB74-1D814AE8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10/08  需求、模块边界与前端成果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AFA94-1360-446F-AC65-1AB94B58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10/22  代码汇入与接口接通；11/05 交易状态回归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BAAA0-A1EA-4AAC-BC84-FE4A4A0A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11/19  认证、校验与异常处理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6730A-FA3F-41E3-A22B-145A5DB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12/03  构建部署；12/17 全量回归与录屏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F7729-545B-4B3F-9E86-7320EC9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12/31  基线验收与成果归档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DADE1-E27D-4BD2-A63C-57D0D938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08 / 09</a:t>
            </a:r>
          </a:p>
        </p:txBody>
      </p:sp>
    </p:spTree>
    <p:extLst>
      <p:ext uri="{BB962C8B-B14F-4D97-AF65-F5344CB8AC3E}">
        <p14:creationId xmlns:p14="http://schemas.microsoft.com/office/powerpoint/2010/main" val="4219765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2100C-EF69-4189-96CA-60536D48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软件工程实践  /  基线项目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91AA5-C38C-4094-9610-CE7636C2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2"/>
                </a:solidFill>
                <a:latin typeface="Microsoft YaHei"/>
                <a:ea typeface="Microsoft YaHei"/>
                <a:cs typeface="Microsoft YaHei"/>
              </a:rPr>
              <a:t>今晚交接与明天汇报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35BBF-08BA-4D0A-9706-2C62ED06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7166"/>
                </a:solidFill>
                <a:latin typeface="Microsoft YaHei"/>
                <a:ea typeface="Microsoft YaHei"/>
                <a:cs typeface="Microsoft YaHei"/>
              </a:rPr>
              <a:t>提交、核验和评审记录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46DD8-4830-4EEF-BC16-580AF31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组员本人上传代码、README 与成果链接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458C3-3517-4BFC-878D-3B07A1F3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补齐组号、姓名、迭代日期与量化进度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EF027-A079-42B2-A722-4E93CE7E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工作表只列个人真实完成的具体任务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40946-5D77-44D6-B044-A61D2BBD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组长首次提交固定 Wiki Home 地址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00A4D-2C61-474B-8A05-3684B59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全员到场，评审后记录并回填教师意见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927AE-A296-443F-9E82-7C320B4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第一次阶段性评审   2026-10-08                                     09 / 09</a:t>
            </a:r>
          </a:p>
        </p:txBody>
      </p:sp>
    </p:spTree>
    <p:extLst>
      <p:ext uri="{BB962C8B-B14F-4D97-AF65-F5344CB8AC3E}">
        <p14:creationId xmlns:p14="http://schemas.microsoft.com/office/powerpoint/2010/main" val="106795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2026-10-07T11:59:41.5110000Z</dcterms:created>
  <dcterms:modified xsi:type="dcterms:W3CDTF">2026-10-07T11:59:41.5110000Z</dcterms:modified>
</coreProperties>
</file>